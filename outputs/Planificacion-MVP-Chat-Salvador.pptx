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f07b5023e4c9e" /><Relationship Type="http://schemas.openxmlformats.org/officeDocument/2006/relationships/extended-properties" Target="/docProps/app.xml" Id="Rb5b80771c97746a2" /><Relationship Type="http://schemas.openxmlformats.org/officeDocument/2006/relationships/officeDocument" Target="/ppt/presentation.xml" Id="Rf0162b9b84f5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119e87c7347da"/>
  </p:sldMasterIdLst>
  <p:notesMasterIdLst>
    <p:notesMasterId xmlns:r="http://schemas.openxmlformats.org/officeDocument/2006/relationships" r:id="R923b45de93a14dbb"/>
  </p:notesMasterIdLst>
  <p:sldIdLst>
    <p:sldId xmlns:r="http://schemas.openxmlformats.org/officeDocument/2006/relationships" id="256" r:id="R8597a1bf164946f7"/>
    <p:sldId xmlns:r="http://schemas.openxmlformats.org/officeDocument/2006/relationships" id="257" r:id="Rf6d29efe173647f1"/>
    <p:sldId xmlns:r="http://schemas.openxmlformats.org/officeDocument/2006/relationships" id="258" r:id="R43486bf388214f45"/>
    <p:sldId xmlns:r="http://schemas.openxmlformats.org/officeDocument/2006/relationships" id="259" r:id="R5327a6445d4c4ed8"/>
    <p:sldId xmlns:r="http://schemas.openxmlformats.org/officeDocument/2006/relationships" id="260" r:id="Re71d8b8d70304fcb"/>
    <p:sldId xmlns:r="http://schemas.openxmlformats.org/officeDocument/2006/relationships" id="261" r:id="R2385633201f74ba9"/>
    <p:sldId xmlns:r="http://schemas.openxmlformats.org/officeDocument/2006/relationships" id="262" r:id="Rf02fb92c62714379"/>
    <p:sldId xmlns:r="http://schemas.openxmlformats.org/officeDocument/2006/relationships" id="263" r:id="Rb6e4719f6be14f94"/>
    <p:sldId xmlns:r="http://schemas.openxmlformats.org/officeDocument/2006/relationships" id="264" r:id="Rda5807fc838448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e5a5a4ae14b90" /><Relationship Type="http://schemas.openxmlformats.org/officeDocument/2006/relationships/slideMaster" Target="/ppt/slideMasters/slideMaster1.xml" Id="Rea9119e87c7347da" /><Relationship Type="http://schemas.openxmlformats.org/officeDocument/2006/relationships/notesMaster" Target="/ppt/notesMasters/notesMaster1.xml" Id="R923b45de93a14dbb" /><Relationship Type="http://schemas.openxmlformats.org/officeDocument/2006/relationships/presProps" Target="/ppt/presProps.xml" Id="Reac664f46bdf4b1e" /><Relationship Type="http://schemas.openxmlformats.org/officeDocument/2006/relationships/tableStyles" Target="/ppt/tableStyles.xml" Id="Rfa8ca0df3f794f80" /><Relationship Type="http://schemas.openxmlformats.org/officeDocument/2006/relationships/slide" Target="/ppt/slides/slide1.xml" Id="R8597a1bf164946f7" /><Relationship Type="http://schemas.openxmlformats.org/officeDocument/2006/relationships/slide" Target="/ppt/slides/slide2.xml" Id="Rf6d29efe173647f1" /><Relationship Type="http://schemas.openxmlformats.org/officeDocument/2006/relationships/slide" Target="/ppt/slides/slide3.xml" Id="R43486bf388214f45" /><Relationship Type="http://schemas.openxmlformats.org/officeDocument/2006/relationships/slide" Target="/ppt/slides/slide4.xml" Id="R5327a6445d4c4ed8" /><Relationship Type="http://schemas.openxmlformats.org/officeDocument/2006/relationships/slide" Target="/ppt/slides/slide5.xml" Id="Re71d8b8d70304fcb" /><Relationship Type="http://schemas.openxmlformats.org/officeDocument/2006/relationships/slide" Target="/ppt/slides/slide6.xml" Id="R2385633201f74ba9" /><Relationship Type="http://schemas.openxmlformats.org/officeDocument/2006/relationships/slide" Target="/ppt/slides/slide7.xml" Id="Rf02fb92c62714379" /><Relationship Type="http://schemas.openxmlformats.org/officeDocument/2006/relationships/slide" Target="/ppt/slides/slide8.xml" Id="Rb6e4719f6be14f94" /><Relationship Type="http://schemas.openxmlformats.org/officeDocument/2006/relationships/slide" Target="/ppt/slides/slide9.xml" Id="Rda5807fc8384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144412b32e4b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85ac273804d3f" /><Relationship Type="http://schemas.openxmlformats.org/officeDocument/2006/relationships/notesMaster" Target="/ppt/notesMasters/notesMaster1.xml" Id="R25d2fa58aa51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023713792f402a" /><Relationship Type="http://schemas.openxmlformats.org/officeDocument/2006/relationships/notesMaster" Target="/ppt/notesMasters/notesMaster1.xml" Id="Rac483441917942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dc5a5420a4cf6" /><Relationship Type="http://schemas.openxmlformats.org/officeDocument/2006/relationships/notesMaster" Target="/ppt/notesMasters/notesMaster1.xml" Id="R04a12dcdfa4644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e5981b83da428c" /><Relationship Type="http://schemas.openxmlformats.org/officeDocument/2006/relationships/notesMaster" Target="/ppt/notesMasters/notesMaster1.xml" Id="R98eeb815e61340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06ddaa41f4449" /><Relationship Type="http://schemas.openxmlformats.org/officeDocument/2006/relationships/notesMaster" Target="/ppt/notesMasters/notesMaster1.xml" Id="Rc062a3088d13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00cb64c6894f70" /><Relationship Type="http://schemas.openxmlformats.org/officeDocument/2006/relationships/notesMaster" Target="/ppt/notesMasters/notesMaster1.xml" Id="R647da34f1f2f43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27e77e80c54e4a" /><Relationship Type="http://schemas.openxmlformats.org/officeDocument/2006/relationships/notesMaster" Target="/ppt/notesMasters/notesMaster1.xml" Id="R374c80fe103144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151edecf31469e" /><Relationship Type="http://schemas.openxmlformats.org/officeDocument/2006/relationships/notesMaster" Target="/ppt/notesMasters/notesMaster1.xml" Id="Rd3f39c4c900648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a48be45114bcc" /><Relationship Type="http://schemas.openxmlformats.org/officeDocument/2006/relationships/notesMaster" Target="/ppt/notesMasters/notesMaster1.xml" Id="Rb5da9fcf81d34f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9ba24add4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e5efa62414466a" /><Relationship Type="http://schemas.openxmlformats.org/officeDocument/2006/relationships/slideLayout" Target="/ppt/slideLayouts/slideLayout1.xml" Id="R5d262e187f61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262e187f61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f38e8200468f" /><Relationship Type="http://schemas.openxmlformats.org/officeDocument/2006/relationships/notesSlide" Target="/ppt/notesSlides/notesSlide1.xml" Id="R48716bce7b9c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679e0611a4ba7" /><Relationship Type="http://schemas.openxmlformats.org/officeDocument/2006/relationships/notesSlide" Target="/ppt/notesSlides/notesSlide2.xml" Id="Ra4b62495497c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3f8d28fc74a74" /><Relationship Type="http://schemas.openxmlformats.org/officeDocument/2006/relationships/notesSlide" Target="/ppt/notesSlides/notesSlide3.xml" Id="Rdd05ff219d12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d374910d843ec" /><Relationship Type="http://schemas.openxmlformats.org/officeDocument/2006/relationships/notesSlide" Target="/ppt/notesSlides/notesSlide4.xml" Id="R0ee732a1be47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718a5bdc4c5d" /><Relationship Type="http://schemas.openxmlformats.org/officeDocument/2006/relationships/notesSlide" Target="/ppt/notesSlides/notesSlide5.xml" Id="R2339fed706f7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4e65af5384992" /><Relationship Type="http://schemas.openxmlformats.org/officeDocument/2006/relationships/notesSlide" Target="/ppt/notesSlides/notesSlide6.xml" Id="R7316ea9a3b6d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0740d26fe4d3e" /><Relationship Type="http://schemas.openxmlformats.org/officeDocument/2006/relationships/notesSlide" Target="/ppt/notesSlides/notesSlide7.xml" Id="R9cba9ff7b66947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2aa4694e64103" /><Relationship Type="http://schemas.openxmlformats.org/officeDocument/2006/relationships/notesSlide" Target="/ppt/notesSlides/notesSlide8.xml" Id="R89a4290919b5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034eb4287469f" /><Relationship Type="http://schemas.openxmlformats.org/officeDocument/2006/relationships/notesSlide" Target="/ppt/notesSlides/notesSlide9.xml" Id="R0b51de7c746146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ED006D0-BC16-457F-A791-3131EF8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MVP · SOPORTE Y OPERACIONES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E8FD682-C987-4BD5-AC82-24357392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Planificación del MVP</a:t>
            </a:r>
          </a:p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 Chat-Salvador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DCFB3DE-8CD4-4970-A52C-DABE5D1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 punto de consulta trazable en Teams para reducir interrupciones y acelerar el escalamiento correcto.</a:t>
            </a:r>
          </a:p>
        </p:txBody>
      </p:sp>
      <p:cxnSp>
        <p:nvCxnSpPr>
          <p:cNvPr id="10" name="cover-rule"/>
          <p:cNvCxnSpPr/>
          <p:nvPr/>
        </p:nvCxnSpPr>
        <p:spPr>
          <a:xfrm xmlns:a="http://schemas.openxmlformats.org/drawingml/2006/main">
            <a:off x="390525" y="590550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9550AD91-50CE-4E11-AD9C-185A096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Base actual + evidencia autorizada + piloto controlado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B529E66-9612-47C0-9399-DFCE865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960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Estado actual: diseño y preparación del MVP</a:t>
            </a:r>
          </a:p>
        </p:txBody>
      </p:sp>
    </p:spTree>
    <p:extLst>
      <p:ext uri="{BB962C8B-B14F-4D97-AF65-F5344CB8AC3E}">
        <p14:creationId xmlns:p14="http://schemas.microsoft.com/office/powerpoint/2010/main" val="101841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9E9498F3-672E-4019-BBB2-965A5417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BC79-749B-437E-969F-0670C12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9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problema no es la falta de información: es encontrar evidencia confiable a tiempo</a:t>
            </a:r>
          </a:p>
        </p:txBody>
      </p:sp>
      <p:sp>
        <p:nvSpPr>
          <p:cNvPr id="3" name="s2-intro">
            <a:extLst xmlns:a="http://schemas.openxmlformats.org/drawingml/2006/main">
              <a:ext uri="{FF2B5EF4-FFF2-40B4-BE49-F238E27FC236}">
                <a16:creationId xmlns:a16="http://schemas.microsoft.com/office/drawing/2014/main" id="{B02BD942-8EBA-4709-B17F-E1E36EF1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Hoy las respuestas están repartidas entre documentos, tickets, personas y sistemas. Sin una ruta clara, soporte y operaciones escalan incluso preguntas repetitivas.</a:t>
            </a:r>
          </a:p>
        </p:txBody>
      </p:sp>
      <p:sp>
        <p:nvSpPr>
          <p:cNvPr id="4" name="s2-panel-0">
            <a:extLst xmlns:a="http://schemas.openxmlformats.org/drawingml/2006/main">
              <a:ext uri="{FF2B5EF4-FFF2-40B4-BE49-F238E27FC236}">
                <a16:creationId xmlns:a16="http://schemas.microsoft.com/office/drawing/2014/main" id="{72278B10-B68C-4602-ABCB-C40B837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5718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stat-0">
            <a:extLst xmlns:a="http://schemas.openxmlformats.org/drawingml/2006/main">
              <a:ext uri="{FF2B5EF4-FFF2-40B4-BE49-F238E27FC236}">
                <a16:creationId xmlns:a16="http://schemas.microsoft.com/office/drawing/2014/main" id="{1FF9767F-2BCF-4219-944D-C71F2B5C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≈50</a:t>
            </a:r>
          </a:p>
        </p:txBody>
      </p:sp>
      <p:sp>
        <p:nvSpPr>
          <p:cNvPr id="6" name="s2-caption-0">
            <a:extLst xmlns:a="http://schemas.openxmlformats.org/drawingml/2006/main">
              <a:ext uri="{FF2B5EF4-FFF2-40B4-BE49-F238E27FC236}">
                <a16:creationId xmlns:a16="http://schemas.microsoft.com/office/drawing/2014/main" id="{E065FB2D-10A6-4783-B687-748FC2B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consultas repetidas sobre un mismo problema</a:t>
            </a:r>
          </a:p>
        </p:txBody>
      </p:sp>
      <p:sp>
        <p:nvSpPr>
          <p:cNvPr id="7" name="s2-detail-0">
            <a:extLst xmlns:a="http://schemas.openxmlformats.org/drawingml/2006/main">
              <a:ext uri="{FF2B5EF4-FFF2-40B4-BE49-F238E27FC236}">
                <a16:creationId xmlns:a16="http://schemas.microsoft.com/office/drawing/2014/main" id="{C643FD03-5712-481C-8EC0-DC576A09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El conocimiento queda concentrado en el referente funcional.</a:t>
            </a:r>
          </a:p>
        </p:txBody>
      </p:sp>
      <p:sp>
        <p:nvSpPr>
          <p:cNvPr id="8" name="s2-panel-1">
            <a:extLst xmlns:a="http://schemas.openxmlformats.org/drawingml/2006/main">
              <a:ext uri="{FF2B5EF4-FFF2-40B4-BE49-F238E27FC236}">
                <a16:creationId xmlns:a16="http://schemas.microsoft.com/office/drawing/2014/main" id="{2A22E4BE-98CB-4EC9-BE32-1E961426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35718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stat-1">
            <a:extLst xmlns:a="http://schemas.openxmlformats.org/drawingml/2006/main">
              <a:ext uri="{FF2B5EF4-FFF2-40B4-BE49-F238E27FC236}">
                <a16:creationId xmlns:a16="http://schemas.microsoft.com/office/drawing/2014/main" id="{6A036BCF-4073-4599-960B-6B084BD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28975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s2-caption-1">
            <a:extLst xmlns:a="http://schemas.openxmlformats.org/drawingml/2006/main">
              <a:ext uri="{FF2B5EF4-FFF2-40B4-BE49-F238E27FC236}">
                <a16:creationId xmlns:a16="http://schemas.microsoft.com/office/drawing/2014/main" id="{B7B63C1C-2560-4A26-B9ED-12F00706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43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familias de consulta que requieren tratamiento distinto</a:t>
            </a:r>
          </a:p>
        </p:txBody>
      </p:sp>
      <p:sp>
        <p:nvSpPr>
          <p:cNvPr id="11" name="s2-detail-1">
            <a:extLst xmlns:a="http://schemas.openxmlformats.org/drawingml/2006/main">
              <a:ext uri="{FF2B5EF4-FFF2-40B4-BE49-F238E27FC236}">
                <a16:creationId xmlns:a16="http://schemas.microsoft.com/office/drawing/2014/main" id="{CF3390D4-D070-4AC3-A2BE-5173AA5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53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Error, comportamiento, validación/configuración e instalación/personalización.</a:t>
            </a:r>
          </a:p>
        </p:txBody>
      </p:sp>
      <p:sp>
        <p:nvSpPr>
          <p:cNvPr id="12" name="s2-panel-2">
            <a:extLst xmlns:a="http://schemas.openxmlformats.org/drawingml/2006/main">
              <a:ext uri="{FF2B5EF4-FFF2-40B4-BE49-F238E27FC236}">
                <a16:creationId xmlns:a16="http://schemas.microsoft.com/office/drawing/2014/main" id="{86CBDC06-9FBC-4919-A0F1-23EB320E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5718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stat-2">
            <a:extLst xmlns:a="http://schemas.openxmlformats.org/drawingml/2006/main">
              <a:ext uri="{FF2B5EF4-FFF2-40B4-BE49-F238E27FC236}">
                <a16:creationId xmlns:a16="http://schemas.microsoft.com/office/drawing/2014/main" id="{F01C76AB-3850-4FEA-A7CA-DC78575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28975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s2-caption-2">
            <a:extLst xmlns:a="http://schemas.openxmlformats.org/drawingml/2006/main">
              <a:ext uri="{FF2B5EF4-FFF2-40B4-BE49-F238E27FC236}">
                <a16:creationId xmlns:a16="http://schemas.microsoft.com/office/drawing/2014/main" id="{026041BE-25CD-4D38-9B72-DC745BE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regla que evita respuestas riesgosas</a:t>
            </a:r>
          </a:p>
        </p:txBody>
      </p:sp>
      <p:sp>
        <p:nvSpPr>
          <p:cNvPr id="15" name="s2-detail-2">
            <a:extLst xmlns:a="http://schemas.openxmlformats.org/drawingml/2006/main">
              <a:ext uri="{FF2B5EF4-FFF2-40B4-BE49-F238E27FC236}">
                <a16:creationId xmlns:a16="http://schemas.microsoft.com/office/drawing/2014/main" id="{2FA4B797-0AB9-415F-BEA1-CC08A3D3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53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Sin evidencia suficiente, el bot pide contexto o escala; no adivina.</a:t>
            </a:r>
          </a:p>
        </p:txBody>
      </p:sp>
      <p:cxnSp>
        <p:nvCxnSpPr>
          <p:cNvPr id="34" name="footer-rule-2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A2B7D79-36C4-4BE2-B25B-757CF00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18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9134F708-89A7-47EA-8FFC-85D6235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717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E8BC2B22-3EF3-4C23-B302-3C18A3D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EEB4EA2-371D-4F08-B26F-5FB47BEA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demostración del lunes valida una experiencia completa, no un chat genérico</a:t>
            </a:r>
          </a:p>
        </p:txBody>
      </p:sp>
      <p:cxnSp>
        <p:nvCxnSpPr>
          <p:cNvPr id="19" name="s3-rule"/>
          <p:cNvCxnSpPr/>
          <p:nvPr/>
        </p:nvCxnSpPr>
        <p:spPr>
          <a:xfrm xmlns:a="http://schemas.openxmlformats.org/drawingml/2006/main">
            <a:off x="390525" y="2238375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4" name="s3-num-0">
            <a:extLst xmlns:a="http://schemas.openxmlformats.org/drawingml/2006/main">
              <a:ext uri="{FF2B5EF4-FFF2-40B4-BE49-F238E27FC236}">
                <a16:creationId xmlns:a16="http://schemas.microsoft.com/office/drawing/2014/main" id="{09BA66D9-4D0B-4FF2-B3BF-E3A61430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s3-head-0">
            <a:extLst xmlns:a="http://schemas.openxmlformats.org/drawingml/2006/main">
              <a:ext uri="{FF2B5EF4-FFF2-40B4-BE49-F238E27FC236}">
                <a16:creationId xmlns:a16="http://schemas.microsoft.com/office/drawing/2014/main" id="{BC0FCF55-BB8F-4FD3-81E2-DA4EF86A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Consulta en Teams</a:t>
            </a:r>
          </a:p>
        </p:txBody>
      </p:sp>
      <p:sp>
        <p:nvSpPr>
          <p:cNvPr id="6" name="s3-body-0">
            <a:extLst xmlns:a="http://schemas.openxmlformats.org/drawingml/2006/main">
              <a:ext uri="{FF2B5EF4-FFF2-40B4-BE49-F238E27FC236}">
                <a16:creationId xmlns:a16="http://schemas.microsoft.com/office/drawing/2014/main" id="{BB124F8E-D0A4-45C5-9236-5576B24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La persona formula una duda sobre un release, un error o un antecedente.</a:t>
            </a:r>
          </a:p>
        </p:txBody>
      </p:sp>
      <p:sp>
        <p:nvSpPr>
          <p:cNvPr id="7" name="s3-num-1">
            <a:extLst xmlns:a="http://schemas.openxmlformats.org/drawingml/2006/main">
              <a:ext uri="{FF2B5EF4-FFF2-40B4-BE49-F238E27FC236}">
                <a16:creationId xmlns:a16="http://schemas.microsoft.com/office/drawing/2014/main" id="{184F8188-D291-4D74-A4D7-5FC9DC5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3-head-1">
            <a:extLst xmlns:a="http://schemas.openxmlformats.org/drawingml/2006/main">
              <a:ext uri="{FF2B5EF4-FFF2-40B4-BE49-F238E27FC236}">
                <a16:creationId xmlns:a16="http://schemas.microsoft.com/office/drawing/2014/main" id="{FCA25E6C-1CE4-40B2-93F8-0B3A6401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Evidencia trazable</a:t>
            </a:r>
          </a:p>
        </p:txBody>
      </p:sp>
      <p:sp>
        <p:nvSpPr>
          <p:cNvPr id="9" name="s3-body-1">
            <a:extLst xmlns:a="http://schemas.openxmlformats.org/drawingml/2006/main">
              <a:ext uri="{FF2B5EF4-FFF2-40B4-BE49-F238E27FC236}">
                <a16:creationId xmlns:a16="http://schemas.microsoft.com/office/drawing/2014/main" id="{46223B54-1B57-4E6F-9C8F-5F6883B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El bot recupera fuente, fragmento, versión, fecha o ticket cuando existen.</a:t>
            </a:r>
          </a:p>
        </p:txBody>
      </p:sp>
      <p:sp>
        <p:nvSpPr>
          <p:cNvPr id="10" name="s3-num-2">
            <a:extLst xmlns:a="http://schemas.openxmlformats.org/drawingml/2006/main">
              <a:ext uri="{FF2B5EF4-FFF2-40B4-BE49-F238E27FC236}">
                <a16:creationId xmlns:a16="http://schemas.microsoft.com/office/drawing/2014/main" id="{7F816C17-6565-49D2-AA05-CC76231B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s3-head-2">
            <a:extLst xmlns:a="http://schemas.openxmlformats.org/drawingml/2006/main">
              <a:ext uri="{FF2B5EF4-FFF2-40B4-BE49-F238E27FC236}">
                <a16:creationId xmlns:a16="http://schemas.microsoft.com/office/drawing/2014/main" id="{C8FC6A58-7837-4A22-BF34-614D66F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Decisión prudente</a:t>
            </a:r>
          </a:p>
        </p:txBody>
      </p:sp>
      <p:sp>
        <p:nvSpPr>
          <p:cNvPr id="12" name="s3-body-2">
            <a:extLst xmlns:a="http://schemas.openxmlformats.org/drawingml/2006/main">
              <a:ext uri="{FF2B5EF4-FFF2-40B4-BE49-F238E27FC236}">
                <a16:creationId xmlns:a16="http://schemas.microsoft.com/office/drawing/2014/main" id="{978AC5D6-E037-4FA0-9F76-F613A43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Resuelto, en progreso, similar del pasado o sin evidencia; siempre con siguiente paso.</a:t>
            </a:r>
          </a:p>
        </p:txBody>
      </p:sp>
      <p:sp>
        <p:nvSpPr>
          <p:cNvPr id="13" name="s3-note">
            <a:extLst xmlns:a="http://schemas.openxmlformats.org/drawingml/2006/main">
              <a:ext uri="{FF2B5EF4-FFF2-40B4-BE49-F238E27FC236}">
                <a16:creationId xmlns:a16="http://schemas.microsoft.com/office/drawing/2014/main" id="{26EEC13A-8F92-4C80-A2EF-FFAA655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Condición mínima: lote real aprobado, respuesta verificable y una matriz reproducible de al menos 8 casos validados.</a:t>
            </a:r>
          </a:p>
        </p:txBody>
      </p:sp>
      <p:cxnSp>
        <p:nvCxnSpPr>
          <p:cNvPr id="30" name="footer-rule-3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A38ADC2-470F-43C0-B628-5E5F1D0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1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6C5D219D-DD50-49BA-ADBA-8AE4E99B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077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C0666874-87FE-4302-8EC1-C0EB15B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1EBEDD5-0FA3-4360-A72E-328BF642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autoridad de cada fuente define cómo se usa</a:t>
            </a:r>
          </a:p>
        </p:txBody>
      </p:sp>
      <p:sp>
        <p:nvSpPr>
          <p:cNvPr id="3" name="s4-col-0">
            <a:extLst xmlns:a="http://schemas.openxmlformats.org/drawingml/2006/main">
              <a:ext uri="{FF2B5EF4-FFF2-40B4-BE49-F238E27FC236}">
                <a16:creationId xmlns:a16="http://schemas.microsoft.com/office/drawing/2014/main" id="{5F793A87-55A0-4452-9427-F08C81D6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Tipo de evidencia</a:t>
            </a:r>
          </a:p>
        </p:txBody>
      </p:sp>
      <p:sp>
        <p:nvSpPr>
          <p:cNvPr id="4" name="s4-col-1">
            <a:extLst xmlns:a="http://schemas.openxmlformats.org/drawingml/2006/main">
              <a:ext uri="{FF2B5EF4-FFF2-40B4-BE49-F238E27FC236}">
                <a16:creationId xmlns:a16="http://schemas.microsoft.com/office/drawing/2014/main" id="{53033DAE-EFB0-4EEF-B7AE-4005052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Fuente</a:t>
            </a:r>
          </a:p>
        </p:txBody>
      </p:sp>
      <p:sp>
        <p:nvSpPr>
          <p:cNvPr id="5" name="s4-col-2">
            <a:extLst xmlns:a="http://schemas.openxmlformats.org/drawingml/2006/main">
              <a:ext uri="{FF2B5EF4-FFF2-40B4-BE49-F238E27FC236}">
                <a16:creationId xmlns:a16="http://schemas.microsoft.com/office/drawing/2014/main" id="{2C4C5489-A438-4E56-AC28-C515F8E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81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Responde mejor</a:t>
            </a:r>
          </a:p>
        </p:txBody>
      </p:sp>
      <p:sp>
        <p:nvSpPr>
          <p:cNvPr id="6" name="s4-col-3">
            <a:extLst xmlns:a="http://schemas.openxmlformats.org/drawingml/2006/main">
              <a:ext uri="{FF2B5EF4-FFF2-40B4-BE49-F238E27FC236}">
                <a16:creationId xmlns:a16="http://schemas.microsoft.com/office/drawing/2014/main" id="{EF459B33-731F-498C-9F05-017B9FA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811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Uso en MVP</a:t>
            </a:r>
          </a:p>
        </p:txBody>
      </p:sp>
      <p:sp>
        <p:nvSpPr>
          <p:cNvPr id="7" name="s4-band-0">
            <a:extLst xmlns:a="http://schemas.openxmlformats.org/drawingml/2006/main">
              <a:ext uri="{FF2B5EF4-FFF2-40B4-BE49-F238E27FC236}">
                <a16:creationId xmlns:a16="http://schemas.microsoft.com/office/drawing/2014/main" id="{449A572A-3CA5-44C0-AC33-4A1A623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11410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type-0">
            <a:extLst xmlns:a="http://schemas.openxmlformats.org/drawingml/2006/main">
              <a:ext uri="{FF2B5EF4-FFF2-40B4-BE49-F238E27FC236}">
                <a16:creationId xmlns:a16="http://schemas.microsoft.com/office/drawing/2014/main" id="{EB4408DA-F739-4567-91A2-298342C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95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Documentación oficial</a:t>
            </a:r>
          </a:p>
        </p:txBody>
      </p:sp>
      <p:sp>
        <p:nvSpPr>
          <p:cNvPr id="9" name="s4-source-0">
            <a:extLst xmlns:a="http://schemas.openxmlformats.org/drawingml/2006/main">
              <a:ext uri="{FF2B5EF4-FFF2-40B4-BE49-F238E27FC236}">
                <a16:creationId xmlns:a16="http://schemas.microsoft.com/office/drawing/2014/main" id="{A746211F-F231-4975-A1BD-B391122E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85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DownloadAseinfo.net + Azure AI Search</a:t>
            </a:r>
          </a:p>
        </p:txBody>
      </p:sp>
      <p:sp>
        <p:nvSpPr>
          <p:cNvPr id="10" name="s4-answer-0">
            <a:extLst xmlns:a="http://schemas.openxmlformats.org/drawingml/2006/main">
              <a:ext uri="{FF2B5EF4-FFF2-40B4-BE49-F238E27FC236}">
                <a16:creationId xmlns:a16="http://schemas.microsoft.com/office/drawing/2014/main" id="{76521889-CCA3-48DC-A969-CF4694CB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764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Release, hotfix, instalación y versión exacta</a:t>
            </a:r>
          </a:p>
        </p:txBody>
      </p:sp>
      <p:sp>
        <p:nvSpPr>
          <p:cNvPr id="11" name="s4-use-0">
            <a:extLst xmlns:a="http://schemas.openxmlformats.org/drawingml/2006/main">
              <a:ext uri="{FF2B5EF4-FFF2-40B4-BE49-F238E27FC236}">
                <a16:creationId xmlns:a16="http://schemas.microsoft.com/office/drawing/2014/main" id="{640412BF-622C-4E9A-AFC4-807D4BF0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954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rPr>
              <a:t>Principal</a:t>
            </a:r>
          </a:p>
        </p:txBody>
      </p:sp>
      <p:sp>
        <p:nvSpPr>
          <p:cNvPr id="12" name="s4-band-1">
            <a:extLst xmlns:a="http://schemas.openxmlformats.org/drawingml/2006/main">
              <a:ext uri="{FF2B5EF4-FFF2-40B4-BE49-F238E27FC236}">
                <a16:creationId xmlns:a16="http://schemas.microsoft.com/office/drawing/2014/main" id="{AA161D6A-03EE-47CD-9BE8-DFC3A4F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11410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type-1">
            <a:extLst xmlns:a="http://schemas.openxmlformats.org/drawingml/2006/main">
              <a:ext uri="{FF2B5EF4-FFF2-40B4-BE49-F238E27FC236}">
                <a16:creationId xmlns:a16="http://schemas.microsoft.com/office/drawing/2014/main" id="{894790C1-4A9D-4817-89C6-CC6A40A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95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Estado operativo</a:t>
            </a:r>
          </a:p>
        </p:txBody>
      </p:sp>
      <p:sp>
        <p:nvSpPr>
          <p:cNvPr id="14" name="s4-source-1">
            <a:extLst xmlns:a="http://schemas.openxmlformats.org/drawingml/2006/main">
              <a:ext uri="{FF2B5EF4-FFF2-40B4-BE49-F238E27FC236}">
                <a16:creationId xmlns:a16="http://schemas.microsoft.com/office/drawing/2014/main" id="{A39D6CCC-7A0C-459B-AA64-A20B660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860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ClickUp · solo lectura</a:t>
            </a:r>
          </a:p>
        </p:txBody>
      </p:sp>
      <p:sp>
        <p:nvSpPr>
          <p:cNvPr id="15" name="s4-answer-1">
            <a:extLst xmlns:a="http://schemas.openxmlformats.org/drawingml/2006/main">
              <a:ext uri="{FF2B5EF4-FFF2-40B4-BE49-F238E27FC236}">
                <a16:creationId xmlns:a16="http://schemas.microsoft.com/office/drawing/2014/main" id="{7DC0BCB4-A845-4132-B39A-B1A12D6A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76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Incidente actual, mensaje/log y seguimiento</a:t>
            </a:r>
          </a:p>
        </p:txBody>
      </p:sp>
      <p:sp>
        <p:nvSpPr>
          <p:cNvPr id="16" name="s4-use-1">
            <a:extLst xmlns:a="http://schemas.openxmlformats.org/drawingml/2006/main">
              <a:ext uri="{FF2B5EF4-FFF2-40B4-BE49-F238E27FC236}">
                <a16:creationId xmlns:a16="http://schemas.microsoft.com/office/drawing/2014/main" id="{3C5185FC-F77D-49D0-A331-E854B1FA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rPr>
              <a:t>Principal</a:t>
            </a:r>
          </a:p>
        </p:txBody>
      </p:sp>
      <p:sp>
        <p:nvSpPr>
          <p:cNvPr id="17" name="s4-band-2">
            <a:extLst xmlns:a="http://schemas.openxmlformats.org/drawingml/2006/main">
              <a:ext uri="{FF2B5EF4-FFF2-40B4-BE49-F238E27FC236}">
                <a16:creationId xmlns:a16="http://schemas.microsoft.com/office/drawing/2014/main" id="{F90D7904-CD16-4E94-96CA-1A05070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86175"/>
            <a:ext cx="11410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type-2">
            <a:extLst xmlns:a="http://schemas.openxmlformats.org/drawingml/2006/main">
              <a:ext uri="{FF2B5EF4-FFF2-40B4-BE49-F238E27FC236}">
                <a16:creationId xmlns:a16="http://schemas.microsoft.com/office/drawing/2014/main" id="{4A49F488-8CC1-4332-A8A8-3A5A26C7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95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Contexto histórico</a:t>
            </a:r>
          </a:p>
        </p:txBody>
      </p:sp>
      <p:sp>
        <p:nvSpPr>
          <p:cNvPr id="19" name="s4-source-2">
            <a:extLst xmlns:a="http://schemas.openxmlformats.org/drawingml/2006/main">
              <a:ext uri="{FF2B5EF4-FFF2-40B4-BE49-F238E27FC236}">
                <a16:creationId xmlns:a16="http://schemas.microsoft.com/office/drawing/2014/main" id="{6F15F460-A765-4846-8DDC-A9B653BA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862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Jira · solo lectura</a:t>
            </a:r>
          </a:p>
        </p:txBody>
      </p:sp>
      <p:sp>
        <p:nvSpPr>
          <p:cNvPr id="20" name="s4-answer-2">
            <a:extLst xmlns:a="http://schemas.openxmlformats.org/drawingml/2006/main">
              <a:ext uri="{FF2B5EF4-FFF2-40B4-BE49-F238E27FC236}">
                <a16:creationId xmlns:a16="http://schemas.microsoft.com/office/drawing/2014/main" id="{6DE52A09-A0EE-4C1B-A8C7-7CD8916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Antecedentes técnicos y decisiones previas</a:t>
            </a:r>
          </a:p>
        </p:txBody>
      </p:sp>
      <p:sp>
        <p:nvSpPr>
          <p:cNvPr id="21" name="s4-use-2">
            <a:extLst xmlns:a="http://schemas.openxmlformats.org/drawingml/2006/main">
              <a:ext uri="{FF2B5EF4-FFF2-40B4-BE49-F238E27FC236}">
                <a16:creationId xmlns:a16="http://schemas.microsoft.com/office/drawing/2014/main" id="{AF65EA3D-B662-4B89-A89B-C2AFDDA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957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D"/>
                </a:solidFill>
                <a:latin typeface="Helvetica Neue"/>
                <a:ea typeface="Helvetica Neue"/>
                <a:cs typeface="Helvetica Neue"/>
              </a:rPr>
              <a:t>Complementaria</a:t>
            </a:r>
          </a:p>
        </p:txBody>
      </p:sp>
      <p:sp>
        <p:nvSpPr>
          <p:cNvPr id="22" name="s4-band-3">
            <a:extLst xmlns:a="http://schemas.openxmlformats.org/drawingml/2006/main">
              <a:ext uri="{FF2B5EF4-FFF2-40B4-BE49-F238E27FC236}">
                <a16:creationId xmlns:a16="http://schemas.microsoft.com/office/drawing/2014/main" id="{30DF3E74-7024-43B1-BDB5-D54F5356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11410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type-3">
            <a:extLst xmlns:a="http://schemas.openxmlformats.org/drawingml/2006/main">
              <a:ext uri="{FF2B5EF4-FFF2-40B4-BE49-F238E27FC236}">
                <a16:creationId xmlns:a16="http://schemas.microsoft.com/office/drawing/2014/main" id="{7EAC3A07-83CA-41C3-A917-F3A5D46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95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Procedimiento corporativo</a:t>
            </a:r>
          </a:p>
        </p:txBody>
      </p:sp>
      <p:sp>
        <p:nvSpPr>
          <p:cNvPr id="24" name="s4-source-3">
            <a:extLst xmlns:a="http://schemas.openxmlformats.org/drawingml/2006/main">
              <a:ext uri="{FF2B5EF4-FFF2-40B4-BE49-F238E27FC236}">
                <a16:creationId xmlns:a16="http://schemas.microsoft.com/office/drawing/2014/main" id="{32577149-26C6-415A-A531-C8AB7BFD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863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SharePoint · fase posterior</a:t>
            </a:r>
          </a:p>
        </p:txBody>
      </p:sp>
      <p:sp>
        <p:nvSpPr>
          <p:cNvPr id="25" name="s4-answer-3">
            <a:extLst xmlns:a="http://schemas.openxmlformats.org/drawingml/2006/main">
              <a:ext uri="{FF2B5EF4-FFF2-40B4-BE49-F238E27FC236}">
                <a16:creationId xmlns:a16="http://schemas.microsoft.com/office/drawing/2014/main" id="{6C874E95-518F-4AA7-AC46-F60806EF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76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Documentos con permisos verificados</a:t>
            </a:r>
          </a:p>
        </p:txBody>
      </p:sp>
      <p:sp>
        <p:nvSpPr>
          <p:cNvPr id="26" name="s4-use-3">
            <a:extLst xmlns:a="http://schemas.openxmlformats.org/drawingml/2006/main">
              <a:ext uri="{FF2B5EF4-FFF2-40B4-BE49-F238E27FC236}">
                <a16:creationId xmlns:a16="http://schemas.microsoft.com/office/drawing/2014/main" id="{AD53662E-0DED-4175-A392-64E5448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4B7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740"/>
                </a:solidFill>
                <a:latin typeface="Helvetica Neue"/>
                <a:ea typeface="Helvetica Neue"/>
                <a:cs typeface="Helvetica Neue"/>
              </a:rPr>
              <a:t>Condicionada</a:t>
            </a:r>
          </a:p>
        </p:txBody>
      </p:sp>
      <p:cxnSp>
        <p:nvCxnSpPr>
          <p:cNvPr id="56" name="footer-rule-4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1DF4D29-2CC3-486F-BFB1-14637B8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2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E4BCD3C1-9C4A-487A-B8B4-68B40D8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5647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5">
            <a:extLst xmlns:a="http://schemas.openxmlformats.org/drawingml/2006/main">
              <a:ext uri="{FF2B5EF4-FFF2-40B4-BE49-F238E27FC236}">
                <a16:creationId xmlns:a16="http://schemas.microsoft.com/office/drawing/2014/main" id="{083AD5D9-BACF-4B25-8455-6165C09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215DB25-4EA5-4811-B6C9-599023C4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evidencia, no el modelo, define la respuesta</a:t>
            </a:r>
          </a:p>
        </p:txBody>
      </p:sp>
      <p:cxnSp>
        <p:nvCxnSpPr>
          <p:cNvPr id="30" name="s5-connector-0"/>
          <p:cNvCxnSpPr/>
          <p:nvPr/>
        </p:nvCxnSpPr>
        <p:spPr>
          <a:xfrm xmlns:a="http://schemas.openxmlformats.org/drawingml/2006/main">
            <a:off x="2476500" y="3524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1" name="s5-connector-1"/>
          <p:cNvCxnSpPr/>
          <p:nvPr/>
        </p:nvCxnSpPr>
        <p:spPr>
          <a:xfrm xmlns:a="http://schemas.openxmlformats.org/drawingml/2006/main">
            <a:off x="4762500" y="3524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2" name="s5-connector-2"/>
          <p:cNvCxnSpPr/>
          <p:nvPr/>
        </p:nvCxnSpPr>
        <p:spPr>
          <a:xfrm xmlns:a="http://schemas.openxmlformats.org/drawingml/2006/main">
            <a:off x="7048500" y="3524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3" name="s5-connector-3"/>
          <p:cNvCxnSpPr/>
          <p:nvPr/>
        </p:nvCxnSpPr>
        <p:spPr>
          <a:xfrm xmlns:a="http://schemas.openxmlformats.org/drawingml/2006/main">
            <a:off x="9334500" y="3524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s5-node-0">
            <a:extLst xmlns:a="http://schemas.openxmlformats.org/drawingml/2006/main">
              <a:ext uri="{FF2B5EF4-FFF2-40B4-BE49-F238E27FC236}">
                <a16:creationId xmlns:a16="http://schemas.microsoft.com/office/drawing/2014/main" id="{03C2601D-3EF9-43E9-9059-17327DF4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1885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5-node-title-0">
            <a:extLst xmlns:a="http://schemas.openxmlformats.org/drawingml/2006/main">
              <a:ext uri="{FF2B5EF4-FFF2-40B4-BE49-F238E27FC236}">
                <a16:creationId xmlns:a16="http://schemas.microsoft.com/office/drawing/2014/main" id="{095C08EA-A8DF-4249-9832-B63FFC2A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Consulta</a:t>
            </a:r>
          </a:p>
        </p:txBody>
      </p:sp>
      <p:sp>
        <p:nvSpPr>
          <p:cNvPr id="9" name="s5-node-sub-0">
            <a:extLst xmlns:a="http://schemas.openxmlformats.org/drawingml/2006/main">
              <a:ext uri="{FF2B5EF4-FFF2-40B4-BE49-F238E27FC236}">
                <a16:creationId xmlns:a16="http://schemas.microsoft.com/office/drawing/2014/main" id="{06B65349-BFE0-405F-A00E-48F1E2BE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38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Teams</a:t>
            </a:r>
          </a:p>
        </p:txBody>
      </p:sp>
      <p:sp>
        <p:nvSpPr>
          <p:cNvPr id="10" name="s5-node-1">
            <a:extLst xmlns:a="http://schemas.openxmlformats.org/drawingml/2006/main">
              <a:ext uri="{FF2B5EF4-FFF2-40B4-BE49-F238E27FC236}">
                <a16:creationId xmlns:a16="http://schemas.microsoft.com/office/drawing/2014/main" id="{04B3E299-92AA-42DB-858D-3A96D9F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52750"/>
            <a:ext cx="1885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5-node-title-1">
            <a:extLst xmlns:a="http://schemas.openxmlformats.org/drawingml/2006/main">
              <a:ext uri="{FF2B5EF4-FFF2-40B4-BE49-F238E27FC236}">
                <a16:creationId xmlns:a16="http://schemas.microsoft.com/office/drawing/2014/main" id="{509F1E6E-0F4D-43E8-BFFA-1F7AFCE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Interpretar</a:t>
            </a:r>
          </a:p>
        </p:txBody>
      </p:sp>
      <p:sp>
        <p:nvSpPr>
          <p:cNvPr id="12" name="s5-node-sub-1">
            <a:extLst xmlns:a="http://schemas.openxmlformats.org/drawingml/2006/main">
              <a:ext uri="{FF2B5EF4-FFF2-40B4-BE49-F238E27FC236}">
                <a16:creationId xmlns:a16="http://schemas.microsoft.com/office/drawing/2014/main" id="{12B7F918-431C-4795-9683-3A869D5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38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intención + contexto</a:t>
            </a:r>
          </a:p>
        </p:txBody>
      </p:sp>
      <p:sp>
        <p:nvSpPr>
          <p:cNvPr id="13" name="s5-node-2">
            <a:extLst xmlns:a="http://schemas.openxmlformats.org/drawingml/2006/main">
              <a:ext uri="{FF2B5EF4-FFF2-40B4-BE49-F238E27FC236}">
                <a16:creationId xmlns:a16="http://schemas.microsoft.com/office/drawing/2014/main" id="{8077E534-44A6-488F-AB12-4A54AFF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52750"/>
            <a:ext cx="1885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5-node-title-2">
            <a:extLst xmlns:a="http://schemas.openxmlformats.org/drawingml/2006/main">
              <a:ext uri="{FF2B5EF4-FFF2-40B4-BE49-F238E27FC236}">
                <a16:creationId xmlns:a16="http://schemas.microsoft.com/office/drawing/2014/main" id="{154C5269-3874-4E4C-A8D4-AEE3CEF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Recuperar</a:t>
            </a:r>
          </a:p>
        </p:txBody>
      </p:sp>
      <p:sp>
        <p:nvSpPr>
          <p:cNvPr id="15" name="s5-node-sub-2">
            <a:extLst xmlns:a="http://schemas.openxmlformats.org/drawingml/2006/main">
              <a:ext uri="{FF2B5EF4-FFF2-40B4-BE49-F238E27FC236}">
                <a16:creationId xmlns:a16="http://schemas.microsoft.com/office/drawing/2014/main" id="{2297D225-3C6F-402B-A6C4-26269CE6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638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solo fuentes necesarias</a:t>
            </a:r>
          </a:p>
        </p:txBody>
      </p:sp>
      <p:sp>
        <p:nvSpPr>
          <p:cNvPr id="16" name="s5-node-3">
            <a:extLst xmlns:a="http://schemas.openxmlformats.org/drawingml/2006/main">
              <a:ext uri="{FF2B5EF4-FFF2-40B4-BE49-F238E27FC236}">
                <a16:creationId xmlns:a16="http://schemas.microsoft.com/office/drawing/2014/main" id="{251D1C5E-EFBB-410C-8A5A-7533E8B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52750"/>
            <a:ext cx="1885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5-node-title-3">
            <a:extLst xmlns:a="http://schemas.openxmlformats.org/drawingml/2006/main">
              <a:ext uri="{FF2B5EF4-FFF2-40B4-BE49-F238E27FC236}">
                <a16:creationId xmlns:a16="http://schemas.microsoft.com/office/drawing/2014/main" id="{07420E16-D2EA-42DD-9E42-5AC8E04D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Validar</a:t>
            </a:r>
          </a:p>
        </p:txBody>
      </p:sp>
      <p:sp>
        <p:nvSpPr>
          <p:cNvPr id="18" name="s5-node-sub-3">
            <a:extLst xmlns:a="http://schemas.openxmlformats.org/drawingml/2006/main">
              <a:ext uri="{FF2B5EF4-FFF2-40B4-BE49-F238E27FC236}">
                <a16:creationId xmlns:a16="http://schemas.microsoft.com/office/drawing/2014/main" id="{E98A9161-6482-4394-AA00-B709E0E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38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política de evidencia</a:t>
            </a:r>
          </a:p>
        </p:txBody>
      </p:sp>
      <p:sp>
        <p:nvSpPr>
          <p:cNvPr id="19" name="s5-node-4">
            <a:extLst xmlns:a="http://schemas.openxmlformats.org/drawingml/2006/main">
              <a:ext uri="{FF2B5EF4-FFF2-40B4-BE49-F238E27FC236}">
                <a16:creationId xmlns:a16="http://schemas.microsoft.com/office/drawing/2014/main" id="{4C0D5FB5-FAD3-4305-B6FB-3DF70A2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52750"/>
            <a:ext cx="1885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5-node-title-4">
            <a:extLst xmlns:a="http://schemas.openxmlformats.org/drawingml/2006/main">
              <a:ext uri="{FF2B5EF4-FFF2-40B4-BE49-F238E27FC236}">
                <a16:creationId xmlns:a16="http://schemas.microsoft.com/office/drawing/2014/main" id="{736257EE-33AC-4F87-9369-5D1E286F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Responder</a:t>
            </a:r>
          </a:p>
        </p:txBody>
      </p:sp>
      <p:sp>
        <p:nvSpPr>
          <p:cNvPr id="21" name="s5-node-sub-4">
            <a:extLst xmlns:a="http://schemas.openxmlformats.org/drawingml/2006/main">
              <a:ext uri="{FF2B5EF4-FFF2-40B4-BE49-F238E27FC236}">
                <a16:creationId xmlns:a16="http://schemas.microsoft.com/office/drawing/2014/main" id="{8234E5C6-593D-4CF5-BB42-18515C3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38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fuente + acción + escalamiento</a:t>
            </a:r>
          </a:p>
        </p:txBody>
      </p:sp>
      <p:sp>
        <p:nvSpPr>
          <p:cNvPr id="22" name="s5-guardrail-label">
            <a:extLst xmlns:a="http://schemas.openxmlformats.org/drawingml/2006/main">
              <a:ext uri="{FF2B5EF4-FFF2-40B4-BE49-F238E27FC236}">
                <a16:creationId xmlns:a16="http://schemas.microsoft.com/office/drawing/2014/main" id="{276E5F1E-3C12-4237-B014-10AE6D66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76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Regla de seguridad</a:t>
            </a:r>
          </a:p>
        </p:txBody>
      </p:sp>
      <p:sp>
        <p:nvSpPr>
          <p:cNvPr id="23" name="s5-guardrail">
            <a:extLst xmlns:a="http://schemas.openxmlformats.org/drawingml/2006/main">
              <a:ext uri="{FF2B5EF4-FFF2-40B4-BE49-F238E27FC236}">
                <a16:creationId xmlns:a16="http://schemas.microsoft.com/office/drawing/2014/main" id="{7F220D7A-33AB-4EB2-A543-B9F8F9A2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2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backend determina el estado permitido; OpenAI solo interpreta ambigüedades y sintetiza la evidencia recuperada.</a:t>
            </a:r>
          </a:p>
        </p:txBody>
      </p:sp>
      <p:sp>
        <p:nvSpPr>
          <p:cNvPr id="24" name="s5-states">
            <a:extLst xmlns:a="http://schemas.openxmlformats.org/drawingml/2006/main">
              <a:ext uri="{FF2B5EF4-FFF2-40B4-BE49-F238E27FC236}">
                <a16:creationId xmlns:a16="http://schemas.microsoft.com/office/drawing/2014/main" id="{4231F09D-C8A3-4821-8AB9-53F39936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Estados: resuelto · en progreso · similar del pasado · sin evidencia</a:t>
            </a:r>
          </a:p>
        </p:txBody>
      </p:sp>
      <p:cxnSp>
        <p:nvCxnSpPr>
          <p:cNvPr id="52" name="footer-rule-5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A30D6E0-64E4-4BBD-B6CA-6A584508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27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DD445C49-3032-4B01-9567-A61A8AF2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8050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6">
            <a:extLst xmlns:a="http://schemas.openxmlformats.org/drawingml/2006/main">
              <a:ext uri="{FF2B5EF4-FFF2-40B4-BE49-F238E27FC236}">
                <a16:creationId xmlns:a16="http://schemas.microsoft.com/office/drawing/2014/main" id="{D39A277E-86E1-4D0D-9626-E47928B0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3F2BD39-1FF7-433A-AE86-9EBC850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45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orden de implementación reduce riesgo y permite demostrar valor aunque falten accesos</a:t>
            </a:r>
          </a:p>
        </p:txBody>
      </p:sp>
      <p:cxnSp>
        <p:nvCxnSpPr>
          <p:cNvPr id="26" name="s6-time-line"/>
          <p:cNvCxnSpPr/>
          <p:nvPr/>
        </p:nvCxnSpPr>
        <p:spPr>
          <a:xfrm xmlns:a="http://schemas.openxmlformats.org/drawingml/2006/main">
            <a:off x="390525" y="33337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4" name="s6-dot-0">
            <a:extLst xmlns:a="http://schemas.openxmlformats.org/drawingml/2006/main">
              <a:ext uri="{FF2B5EF4-FFF2-40B4-BE49-F238E27FC236}">
                <a16:creationId xmlns:a16="http://schemas.microsoft.com/office/drawing/2014/main" id="{7E835A6D-BE86-4428-8E65-82AB680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phase-0">
            <a:extLst xmlns:a="http://schemas.openxmlformats.org/drawingml/2006/main">
              <a:ext uri="{FF2B5EF4-FFF2-40B4-BE49-F238E27FC236}">
                <a16:creationId xmlns:a16="http://schemas.microsoft.com/office/drawing/2014/main" id="{C358285B-3B5C-4334-9577-28146E4A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Fase 0</a:t>
            </a:r>
          </a:p>
        </p:txBody>
      </p:sp>
      <p:sp>
        <p:nvSpPr>
          <p:cNvPr id="6" name="s6-head-0">
            <a:extLst xmlns:a="http://schemas.openxmlformats.org/drawingml/2006/main">
              <a:ext uri="{FF2B5EF4-FFF2-40B4-BE49-F238E27FC236}">
                <a16:creationId xmlns:a16="http://schemas.microsoft.com/office/drawing/2014/main" id="{F71D47F9-B8E3-4851-B873-A162243B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Base y seguridad</a:t>
            </a:r>
          </a:p>
        </p:txBody>
      </p:sp>
      <p:sp>
        <p:nvSpPr>
          <p:cNvPr id="7" name="s6-body-0">
            <a:extLst xmlns:a="http://schemas.openxmlformats.org/drawingml/2006/main">
              <a:ext uri="{FF2B5EF4-FFF2-40B4-BE49-F238E27FC236}">
                <a16:creationId xmlns:a16="http://schemas.microsoft.com/office/drawing/2014/main" id="{E2F59977-106E-4DB1-9E4D-238F1429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2912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Teams, evidencia común, índice local y reglas.</a:t>
            </a:r>
          </a:p>
        </p:txBody>
      </p:sp>
      <p:sp>
        <p:nvSpPr>
          <p:cNvPr id="8" name="s6-dot-1">
            <a:extLst xmlns:a="http://schemas.openxmlformats.org/drawingml/2006/main">
              <a:ext uri="{FF2B5EF4-FFF2-40B4-BE49-F238E27FC236}">
                <a16:creationId xmlns:a16="http://schemas.microsoft.com/office/drawing/2014/main" id="{0F7A1F98-A450-42A2-A3B1-07BDC6B6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phase-1">
            <a:extLst xmlns:a="http://schemas.openxmlformats.org/drawingml/2006/main">
              <a:ext uri="{FF2B5EF4-FFF2-40B4-BE49-F238E27FC236}">
                <a16:creationId xmlns:a16="http://schemas.microsoft.com/office/drawing/2014/main" id="{825F04A6-D6BC-4E92-AA5B-1686F85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Fase 1</a:t>
            </a:r>
          </a:p>
        </p:txBody>
      </p:sp>
      <p:sp>
        <p:nvSpPr>
          <p:cNvPr id="10" name="s6-head-1">
            <a:extLst xmlns:a="http://schemas.openxmlformats.org/drawingml/2006/main">
              <a:ext uri="{FF2B5EF4-FFF2-40B4-BE49-F238E27FC236}">
                <a16:creationId xmlns:a16="http://schemas.microsoft.com/office/drawing/2014/main" id="{98941D04-C518-4F95-99F4-1E28D43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0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Documentación oficial</a:t>
            </a:r>
          </a:p>
        </p:txBody>
      </p:sp>
      <p:sp>
        <p:nvSpPr>
          <p:cNvPr id="11" name="s6-body-1">
            <a:extLst xmlns:a="http://schemas.openxmlformats.org/drawingml/2006/main">
              <a:ext uri="{FF2B5EF4-FFF2-40B4-BE49-F238E27FC236}">
                <a16:creationId xmlns:a16="http://schemas.microsoft.com/office/drawing/2014/main" id="{13BBD70F-5B7E-4AC5-90C3-CA4DE97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2912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Lote real de DownloadAseinfo.net y Azure AI Search activable.</a:t>
            </a:r>
          </a:p>
        </p:txBody>
      </p:sp>
      <p:sp>
        <p:nvSpPr>
          <p:cNvPr id="12" name="s6-dot-2">
            <a:extLst xmlns:a="http://schemas.openxmlformats.org/drawingml/2006/main">
              <a:ext uri="{FF2B5EF4-FFF2-40B4-BE49-F238E27FC236}">
                <a16:creationId xmlns:a16="http://schemas.microsoft.com/office/drawing/2014/main" id="{C3B2A444-E7A1-47DE-A05D-C4C5EFD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6-phase-2">
            <a:extLst xmlns:a="http://schemas.openxmlformats.org/drawingml/2006/main">
              <a:ext uri="{FF2B5EF4-FFF2-40B4-BE49-F238E27FC236}">
                <a16:creationId xmlns:a16="http://schemas.microsoft.com/office/drawing/2014/main" id="{F0F497BE-C0ED-44A2-9004-50385782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Fase 2</a:t>
            </a:r>
          </a:p>
        </p:txBody>
      </p:sp>
      <p:sp>
        <p:nvSpPr>
          <p:cNvPr id="14" name="s6-head-2">
            <a:extLst xmlns:a="http://schemas.openxmlformats.org/drawingml/2006/main">
              <a:ext uri="{FF2B5EF4-FFF2-40B4-BE49-F238E27FC236}">
                <a16:creationId xmlns:a16="http://schemas.microsoft.com/office/drawing/2014/main" id="{ADC593CF-50B2-43CA-B9BA-5ECFB867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14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Operación activa</a:t>
            </a:r>
          </a:p>
        </p:txBody>
      </p:sp>
      <p:sp>
        <p:nvSpPr>
          <p:cNvPr id="15" name="s6-body-2">
            <a:extLst xmlns:a="http://schemas.openxmlformats.org/drawingml/2006/main">
              <a:ext uri="{FF2B5EF4-FFF2-40B4-BE49-F238E27FC236}">
                <a16:creationId xmlns:a16="http://schemas.microsoft.com/office/drawing/2014/main" id="{BAF19A89-A3E9-4C79-9544-35467F2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42912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ClickUp de solo lectura para estado, incidentes y logs autorizados.</a:t>
            </a:r>
          </a:p>
        </p:txBody>
      </p:sp>
      <p:sp>
        <p:nvSpPr>
          <p:cNvPr id="16" name="s6-dot-3">
            <a:extLst xmlns:a="http://schemas.openxmlformats.org/drawingml/2006/main">
              <a:ext uri="{FF2B5EF4-FFF2-40B4-BE49-F238E27FC236}">
                <a16:creationId xmlns:a16="http://schemas.microsoft.com/office/drawing/2014/main" id="{644F38ED-48CB-4A3C-A6B5-9A49E9A5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6-phase-3">
            <a:extLst xmlns:a="http://schemas.openxmlformats.org/drawingml/2006/main">
              <a:ext uri="{FF2B5EF4-FFF2-40B4-BE49-F238E27FC236}">
                <a16:creationId xmlns:a16="http://schemas.microsoft.com/office/drawing/2014/main" id="{BFF93AB9-9C67-4D5C-A250-CF8E7E9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Fase 3+</a:t>
            </a:r>
          </a:p>
        </p:txBody>
      </p:sp>
      <p:sp>
        <p:nvSpPr>
          <p:cNvPr id="18" name="s6-head-3">
            <a:extLst xmlns:a="http://schemas.openxmlformats.org/drawingml/2006/main">
              <a:ext uri="{FF2B5EF4-FFF2-40B4-BE49-F238E27FC236}">
                <a16:creationId xmlns:a16="http://schemas.microsoft.com/office/drawing/2014/main" id="{A86299F1-F8B9-4686-BEF2-57CC3A3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Contexto y gobierno</a:t>
            </a:r>
          </a:p>
        </p:txBody>
      </p:sp>
      <p:sp>
        <p:nvSpPr>
          <p:cNvPr id="19" name="s6-body-3">
            <a:extLst xmlns:a="http://schemas.openxmlformats.org/drawingml/2006/main">
              <a:ext uri="{FF2B5EF4-FFF2-40B4-BE49-F238E27FC236}">
                <a16:creationId xmlns:a16="http://schemas.microsoft.com/office/drawing/2014/main" id="{E406AE0A-42A9-43F2-9FC9-004E568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Jira, SharePoint y sincronización solo tras validar permisos y piloto.</a:t>
            </a:r>
          </a:p>
        </p:txBody>
      </p:sp>
      <p:sp>
        <p:nvSpPr>
          <p:cNvPr id="20" name="s6-bridge">
            <a:extLst xmlns:a="http://schemas.openxmlformats.org/drawingml/2006/main">
              <a:ext uri="{FF2B5EF4-FFF2-40B4-BE49-F238E27FC236}">
                <a16:creationId xmlns:a16="http://schemas.microsoft.com/office/drawing/2014/main" id="{0B6E0540-8491-4CC3-80B1-05B344B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Principio de continuidad: el índice local conserva el mismo contrato de evidencia y funciona como respaldo mientras Azure o conectores están pendientes.</a:t>
            </a:r>
          </a:p>
        </p:txBody>
      </p:sp>
      <p:cxnSp>
        <p:nvCxnSpPr>
          <p:cNvPr id="44" name="footer-rule-6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AB40B53-76AB-434A-B664-9091FC2C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2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3AA01BA5-0022-41B5-B5B8-A9CC5B2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2801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7">
            <a:extLst xmlns:a="http://schemas.openxmlformats.org/drawingml/2006/main">
              <a:ext uri="{FF2B5EF4-FFF2-40B4-BE49-F238E27FC236}">
                <a16:creationId xmlns:a16="http://schemas.microsoft.com/office/drawing/2014/main" id="{D475236E-75AE-4D88-9792-4DC9A99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38EC09C-C14A-44EB-BD62-F409461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demo se evalúa con preguntas reales y resultados explicables</a:t>
            </a:r>
          </a:p>
        </p:txBody>
      </p:sp>
      <p:sp>
        <p:nvSpPr>
          <p:cNvPr id="3" name="s7-intro">
            <a:extLst xmlns:a="http://schemas.openxmlformats.org/drawingml/2006/main">
              <a:ext uri="{FF2B5EF4-FFF2-40B4-BE49-F238E27FC236}">
                <a16:creationId xmlns:a16="http://schemas.microsoft.com/office/drawing/2014/main" id="{F5D05050-709B-4B0E-A076-00416475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La matriz de evaluación evita validar solo ejemplos favorables y mide tanto utilidad como seguridad.</a:t>
            </a:r>
          </a:p>
        </p:txBody>
      </p:sp>
      <p:sp>
        <p:nvSpPr>
          <p:cNvPr id="4" name="s7-h-0">
            <a:extLst xmlns:a="http://schemas.openxmlformats.org/drawingml/2006/main">
              <a:ext uri="{FF2B5EF4-FFF2-40B4-BE49-F238E27FC236}">
                <a16:creationId xmlns:a16="http://schemas.microsoft.com/office/drawing/2014/main" id="{0A8CD05A-163B-4FD9-B16E-9229D5DB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ht-0">
            <a:extLst xmlns:a="http://schemas.openxmlformats.org/drawingml/2006/main">
              <a:ext uri="{FF2B5EF4-FFF2-40B4-BE49-F238E27FC236}">
                <a16:creationId xmlns:a16="http://schemas.microsoft.com/office/drawing/2014/main" id="{23D7C707-2A48-4C1C-AB7D-DABB0A75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24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Caso</a:t>
            </a:r>
          </a:p>
        </p:txBody>
      </p:sp>
      <p:sp>
        <p:nvSpPr>
          <p:cNvPr id="6" name="s7-h-1">
            <a:extLst xmlns:a="http://schemas.openxmlformats.org/drawingml/2006/main">
              <a:ext uri="{FF2B5EF4-FFF2-40B4-BE49-F238E27FC236}">
                <a16:creationId xmlns:a16="http://schemas.microsoft.com/office/drawing/2014/main" id="{AA27CFD4-9933-488F-9196-22C4AA8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ht-1">
            <a:extLst xmlns:a="http://schemas.openxmlformats.org/drawingml/2006/main">
              <a:ext uri="{FF2B5EF4-FFF2-40B4-BE49-F238E27FC236}">
                <a16:creationId xmlns:a16="http://schemas.microsoft.com/office/drawing/2014/main" id="{416BDA71-9DDD-4388-A887-F14C434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2407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Pregunta / condición</a:t>
            </a:r>
          </a:p>
        </p:txBody>
      </p:sp>
      <p:sp>
        <p:nvSpPr>
          <p:cNvPr id="8" name="s7-h-2">
            <a:extLst xmlns:a="http://schemas.openxmlformats.org/drawingml/2006/main">
              <a:ext uri="{FF2B5EF4-FFF2-40B4-BE49-F238E27FC236}">
                <a16:creationId xmlns:a16="http://schemas.microsoft.com/office/drawing/2014/main" id="{FB65E0F0-BF6B-4E60-8D86-BF8A5281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ht-2">
            <a:extLst xmlns:a="http://schemas.openxmlformats.org/drawingml/2006/main">
              <a:ext uri="{FF2B5EF4-FFF2-40B4-BE49-F238E27FC236}">
                <a16:creationId xmlns:a16="http://schemas.microsoft.com/office/drawing/2014/main" id="{B6F5BFB1-AAD5-44CB-A576-AAF22F7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240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Evidencia esperada</a:t>
            </a:r>
          </a:p>
        </p:txBody>
      </p:sp>
      <p:sp>
        <p:nvSpPr>
          <p:cNvPr id="10" name="s7-h-3">
            <a:extLst xmlns:a="http://schemas.openxmlformats.org/drawingml/2006/main">
              <a:ext uri="{FF2B5EF4-FFF2-40B4-BE49-F238E27FC236}">
                <a16:creationId xmlns:a16="http://schemas.microsoft.com/office/drawing/2014/main" id="{2C1A6E8E-DCF7-46AF-B249-86B583C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ht-3">
            <a:extLst xmlns:a="http://schemas.openxmlformats.org/drawingml/2006/main">
              <a:ext uri="{FF2B5EF4-FFF2-40B4-BE49-F238E27FC236}">
                <a16:creationId xmlns:a16="http://schemas.microsoft.com/office/drawing/2014/main" id="{894B0431-4EF8-419C-B5C8-BBE2226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24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Resultado permitido</a:t>
            </a:r>
          </a:p>
        </p:txBody>
      </p:sp>
      <p:sp>
        <p:nvSpPr>
          <p:cNvPr id="12" name="s7-h-4">
            <a:extLst xmlns:a="http://schemas.openxmlformats.org/drawingml/2006/main">
              <a:ext uri="{FF2B5EF4-FFF2-40B4-BE49-F238E27FC236}">
                <a16:creationId xmlns:a16="http://schemas.microsoft.com/office/drawing/2014/main" id="{8779160C-9C15-47AD-94F8-FCE4E17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ht-4">
            <a:extLst xmlns:a="http://schemas.openxmlformats.org/drawingml/2006/main">
              <a:ext uri="{FF2B5EF4-FFF2-40B4-BE49-F238E27FC236}">
                <a16:creationId xmlns:a16="http://schemas.microsoft.com/office/drawing/2014/main" id="{8080674C-6AB2-40D3-A828-D02C37E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24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 revisa</a:t>
            </a:r>
          </a:p>
        </p:txBody>
      </p:sp>
      <p:sp>
        <p:nvSpPr>
          <p:cNvPr id="14" name="s7-row-bg-0">
            <a:extLst xmlns:a="http://schemas.openxmlformats.org/drawingml/2006/main">
              <a:ext uri="{FF2B5EF4-FFF2-40B4-BE49-F238E27FC236}">
                <a16:creationId xmlns:a16="http://schemas.microsoft.com/office/drawing/2014/main" id="{6C05147A-000B-487F-8C86-B84219A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28875"/>
            <a:ext cx="11410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0-0">
            <a:extLst xmlns:a="http://schemas.openxmlformats.org/drawingml/2006/main">
              <a:ext uri="{FF2B5EF4-FFF2-40B4-BE49-F238E27FC236}">
                <a16:creationId xmlns:a16="http://schemas.microsoft.com/office/drawing/2014/main" id="{3F77DB45-0CEF-4A28-BA3A-517B193C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098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Hotfix</a:t>
            </a:r>
          </a:p>
        </p:txBody>
      </p:sp>
      <p:sp>
        <p:nvSpPr>
          <p:cNvPr id="16" name="s7-0-1">
            <a:extLst xmlns:a="http://schemas.openxmlformats.org/drawingml/2006/main">
              <a:ext uri="{FF2B5EF4-FFF2-40B4-BE49-F238E27FC236}">
                <a16:creationId xmlns:a16="http://schemas.microsoft.com/office/drawing/2014/main" id="{622E2DB4-A5BB-4EC6-91D4-428C1CC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Advertencia de instalación</a:t>
            </a:r>
          </a:p>
        </p:txBody>
      </p:sp>
      <p:sp>
        <p:nvSpPr>
          <p:cNvPr id="17" name="s7-0-2">
            <a:extLst xmlns:a="http://schemas.openxmlformats.org/drawingml/2006/main">
              <a:ext uri="{FF2B5EF4-FFF2-40B4-BE49-F238E27FC236}">
                <a16:creationId xmlns:a16="http://schemas.microsoft.com/office/drawing/2014/main" id="{3D937EF2-7726-4D3E-AC1C-20A98134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1885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Documento oficial</a:t>
            </a:r>
          </a:p>
        </p:txBody>
      </p:sp>
      <p:sp>
        <p:nvSpPr>
          <p:cNvPr id="18" name="s7-0-3">
            <a:extLst xmlns:a="http://schemas.openxmlformats.org/drawingml/2006/main">
              <a:ext uri="{FF2B5EF4-FFF2-40B4-BE49-F238E27FC236}">
                <a16:creationId xmlns:a16="http://schemas.microsoft.com/office/drawing/2014/main" id="{4A35D3D1-7D5C-41AF-B6EC-EB29A3D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098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Resuelto</a:t>
            </a:r>
          </a:p>
        </p:txBody>
      </p:sp>
      <p:sp>
        <p:nvSpPr>
          <p:cNvPr id="19" name="s7-0-4">
            <a:extLst xmlns:a="http://schemas.openxmlformats.org/drawingml/2006/main">
              <a:ext uri="{FF2B5EF4-FFF2-40B4-BE49-F238E27FC236}">
                <a16:creationId xmlns:a16="http://schemas.microsoft.com/office/drawing/2014/main" id="{E5D8D0E5-0BD5-437C-9F46-3260A01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09850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Versión + enlace</a:t>
            </a:r>
          </a:p>
        </p:txBody>
      </p:sp>
      <p:sp>
        <p:nvSpPr>
          <p:cNvPr id="20" name="s7-row-bg-1">
            <a:extLst xmlns:a="http://schemas.openxmlformats.org/drawingml/2006/main">
              <a:ext uri="{FF2B5EF4-FFF2-40B4-BE49-F238E27FC236}">
                <a16:creationId xmlns:a16="http://schemas.microsoft.com/office/drawing/2014/main" id="{BD60D54A-6164-49DD-9389-F97E488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52775"/>
            <a:ext cx="11410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7-1-0">
            <a:extLst xmlns:a="http://schemas.openxmlformats.org/drawingml/2006/main">
              <a:ext uri="{FF2B5EF4-FFF2-40B4-BE49-F238E27FC236}">
                <a16:creationId xmlns:a16="http://schemas.microsoft.com/office/drawing/2014/main" id="{44549C86-F1D5-4F66-AE30-56362ABA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337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Incidente</a:t>
            </a:r>
          </a:p>
        </p:txBody>
      </p:sp>
      <p:sp>
        <p:nvSpPr>
          <p:cNvPr id="22" name="s7-1-1">
            <a:extLst xmlns:a="http://schemas.openxmlformats.org/drawingml/2006/main">
              <a:ext uri="{FF2B5EF4-FFF2-40B4-BE49-F238E27FC236}">
                <a16:creationId xmlns:a16="http://schemas.microsoft.com/office/drawing/2014/main" id="{6F86582C-729D-46D6-A421-17CC4ED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Mensaje de error exacto</a:t>
            </a:r>
          </a:p>
        </p:txBody>
      </p:sp>
      <p:sp>
        <p:nvSpPr>
          <p:cNvPr id="23" name="s7-1-2">
            <a:extLst xmlns:a="http://schemas.openxmlformats.org/drawingml/2006/main">
              <a:ext uri="{FF2B5EF4-FFF2-40B4-BE49-F238E27FC236}">
                <a16:creationId xmlns:a16="http://schemas.microsoft.com/office/drawing/2014/main" id="{3FF947B7-32C4-46C8-BFE4-33830B15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33750"/>
            <a:ext cx="1885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ClickUp autorizado</a:t>
            </a:r>
          </a:p>
        </p:txBody>
      </p:sp>
      <p:sp>
        <p:nvSpPr>
          <p:cNvPr id="24" name="s7-1-3">
            <a:extLst xmlns:a="http://schemas.openxmlformats.org/drawingml/2006/main">
              <a:ext uri="{FF2B5EF4-FFF2-40B4-BE49-F238E27FC236}">
                <a16:creationId xmlns:a16="http://schemas.microsoft.com/office/drawing/2014/main" id="{36FABF0A-A4AF-4A25-972B-138CB3E6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337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En progreso</a:t>
            </a:r>
          </a:p>
        </p:txBody>
      </p:sp>
      <p:sp>
        <p:nvSpPr>
          <p:cNvPr id="25" name="s7-1-4">
            <a:extLst xmlns:a="http://schemas.openxmlformats.org/drawingml/2006/main">
              <a:ext uri="{FF2B5EF4-FFF2-40B4-BE49-F238E27FC236}">
                <a16:creationId xmlns:a16="http://schemas.microsoft.com/office/drawing/2014/main" id="{8CDD031F-3430-46CD-A7E9-B2C2177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33750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Ticket + estado</a:t>
            </a:r>
          </a:p>
        </p:txBody>
      </p:sp>
      <p:sp>
        <p:nvSpPr>
          <p:cNvPr id="26" name="s7-row-bg-2">
            <a:extLst xmlns:a="http://schemas.openxmlformats.org/drawingml/2006/main">
              <a:ext uri="{FF2B5EF4-FFF2-40B4-BE49-F238E27FC236}">
                <a16:creationId xmlns:a16="http://schemas.microsoft.com/office/drawing/2014/main" id="{8A2A7697-2B69-413D-8FBC-4B1BD99D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76675"/>
            <a:ext cx="11410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7-2-0">
            <a:extLst xmlns:a="http://schemas.openxmlformats.org/drawingml/2006/main">
              <a:ext uri="{FF2B5EF4-FFF2-40B4-BE49-F238E27FC236}">
                <a16:creationId xmlns:a16="http://schemas.microsoft.com/office/drawing/2014/main" id="{E003F11E-9027-454A-A4B8-C882F82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576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Histórico</a:t>
            </a:r>
          </a:p>
        </p:txBody>
      </p:sp>
      <p:sp>
        <p:nvSpPr>
          <p:cNvPr id="28" name="s7-2-1">
            <a:extLst xmlns:a="http://schemas.openxmlformats.org/drawingml/2006/main">
              <a:ext uri="{FF2B5EF4-FFF2-40B4-BE49-F238E27FC236}">
                <a16:creationId xmlns:a16="http://schemas.microsoft.com/office/drawing/2014/main" id="{075D82C5-E333-4A94-98FF-9B05EB5B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Caso parecido</a:t>
            </a:r>
          </a:p>
        </p:txBody>
      </p:sp>
      <p:sp>
        <p:nvSpPr>
          <p:cNvPr id="29" name="s7-2-2">
            <a:extLst xmlns:a="http://schemas.openxmlformats.org/drawingml/2006/main">
              <a:ext uri="{FF2B5EF4-FFF2-40B4-BE49-F238E27FC236}">
                <a16:creationId xmlns:a16="http://schemas.microsoft.com/office/drawing/2014/main" id="{6F9DCB01-A18B-47C0-8B1D-4D71976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1885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Jira / ticket cerrado</a:t>
            </a:r>
          </a:p>
        </p:txBody>
      </p:sp>
      <p:sp>
        <p:nvSpPr>
          <p:cNvPr id="30" name="s7-2-3">
            <a:extLst xmlns:a="http://schemas.openxmlformats.org/drawingml/2006/main">
              <a:ext uri="{FF2B5EF4-FFF2-40B4-BE49-F238E27FC236}">
                <a16:creationId xmlns:a16="http://schemas.microsoft.com/office/drawing/2014/main" id="{66C4C374-EBF6-45A1-A5CB-4A45595C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576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Similar del pasado</a:t>
            </a:r>
          </a:p>
        </p:txBody>
      </p:sp>
      <p:sp>
        <p:nvSpPr>
          <p:cNvPr id="31" name="s7-2-4">
            <a:extLst xmlns:a="http://schemas.openxmlformats.org/drawingml/2006/main">
              <a:ext uri="{FF2B5EF4-FFF2-40B4-BE49-F238E27FC236}">
                <a16:creationId xmlns:a16="http://schemas.microsoft.com/office/drawing/2014/main" id="{3998A278-8268-4C0A-8D87-C78FC1B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57650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Aclaración de vigencia</a:t>
            </a:r>
          </a:p>
        </p:txBody>
      </p:sp>
      <p:sp>
        <p:nvSpPr>
          <p:cNvPr id="32" name="s7-row-bg-3">
            <a:extLst xmlns:a="http://schemas.openxmlformats.org/drawingml/2006/main">
              <a:ext uri="{FF2B5EF4-FFF2-40B4-BE49-F238E27FC236}">
                <a16:creationId xmlns:a16="http://schemas.microsoft.com/office/drawing/2014/main" id="{7C7BF9B4-440A-49A1-A273-F29404A8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00575"/>
            <a:ext cx="11410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7-3-0">
            <a:extLst xmlns:a="http://schemas.openxmlformats.org/drawingml/2006/main">
              <a:ext uri="{FF2B5EF4-FFF2-40B4-BE49-F238E27FC236}">
                <a16:creationId xmlns:a16="http://schemas.microsoft.com/office/drawing/2014/main" id="{FFF8E855-BF83-4EDD-8140-5D3DDB7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815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Límite</a:t>
            </a:r>
          </a:p>
        </p:txBody>
      </p:sp>
      <p:sp>
        <p:nvSpPr>
          <p:cNvPr id="34" name="s7-3-1">
            <a:extLst xmlns:a="http://schemas.openxmlformats.org/drawingml/2006/main">
              <a:ext uri="{FF2B5EF4-FFF2-40B4-BE49-F238E27FC236}">
                <a16:creationId xmlns:a16="http://schemas.microsoft.com/office/drawing/2014/main" id="{AD896755-3988-4D63-8EA7-5BD03424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815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hay coincidencia o falta versión</a:t>
            </a:r>
          </a:p>
        </p:txBody>
      </p:sp>
      <p:sp>
        <p:nvSpPr>
          <p:cNvPr id="35" name="s7-3-2">
            <a:extLst xmlns:a="http://schemas.openxmlformats.org/drawingml/2006/main">
              <a:ext uri="{FF2B5EF4-FFF2-40B4-BE49-F238E27FC236}">
                <a16:creationId xmlns:a16="http://schemas.microsoft.com/office/drawing/2014/main" id="{6703D721-02D9-41E8-8B87-6ED3F7B6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81550"/>
            <a:ext cx="1885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Sin respaldo</a:t>
            </a:r>
          </a:p>
        </p:txBody>
      </p:sp>
      <p:sp>
        <p:nvSpPr>
          <p:cNvPr id="36" name="s7-3-3">
            <a:extLst xmlns:a="http://schemas.openxmlformats.org/drawingml/2006/main">
              <a:ext uri="{FF2B5EF4-FFF2-40B4-BE49-F238E27FC236}">
                <a16:creationId xmlns:a16="http://schemas.microsoft.com/office/drawing/2014/main" id="{A579B9ED-BDCC-4E55-B923-F639CC9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81550"/>
            <a:ext cx="1790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Sin evidencia</a:t>
            </a:r>
          </a:p>
        </p:txBody>
      </p:sp>
      <p:sp>
        <p:nvSpPr>
          <p:cNvPr id="37" name="s7-3-4">
            <a:extLst xmlns:a="http://schemas.openxmlformats.org/drawingml/2006/main">
              <a:ext uri="{FF2B5EF4-FFF2-40B4-BE49-F238E27FC236}">
                <a16:creationId xmlns:a16="http://schemas.microsoft.com/office/drawing/2014/main" id="{94113371-6B27-4F44-8EC6-785A1ABA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81550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Pregunta mínima / escala</a:t>
            </a:r>
          </a:p>
        </p:txBody>
      </p:sp>
      <p:sp>
        <p:nvSpPr>
          <p:cNvPr id="38" name="s7-criteria">
            <a:extLst xmlns:a="http://schemas.openxmlformats.org/drawingml/2006/main">
              <a:ext uri="{FF2B5EF4-FFF2-40B4-BE49-F238E27FC236}">
                <a16:creationId xmlns:a16="http://schemas.microsoft.com/office/drawing/2014/main" id="{94064C7A-FF5A-4BBE-8E8F-349A7E3F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292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Criterios: al menos 8 casos reproducibles · sin versiones/tickets/soluciones inventadas · trazabilidad de la ruta de investigación.</a:t>
            </a:r>
          </a:p>
        </p:txBody>
      </p:sp>
      <p:cxnSp>
        <p:nvCxnSpPr>
          <p:cNvPr id="80" name="footer-rule-7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67CEF0E-96C6-4E68-8BBC-A03F5CE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41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968C696A-DEFE-467A-A8A9-CB7A63D5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3814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8">
            <a:extLst xmlns:a="http://schemas.openxmlformats.org/drawingml/2006/main">
              <a:ext uri="{FF2B5EF4-FFF2-40B4-BE49-F238E27FC236}">
                <a16:creationId xmlns:a16="http://schemas.microsoft.com/office/drawing/2014/main" id="{6C035233-0FAC-47CE-80D8-8B258E6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PLANIFICACIÓN EJECUTIVA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ADE4B39-F452-4B24-87F5-2296E5FF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76275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Los bloqueos se muestran: no se simulan resultados</a:t>
            </a:r>
          </a:p>
        </p:txBody>
      </p:sp>
      <p:sp>
        <p:nvSpPr>
          <p:cNvPr id="3" name="s8-mark-0">
            <a:extLst xmlns:a="http://schemas.openxmlformats.org/drawingml/2006/main">
              <a:ext uri="{FF2B5EF4-FFF2-40B4-BE49-F238E27FC236}">
                <a16:creationId xmlns:a16="http://schemas.microsoft.com/office/drawing/2014/main" id="{4C3F639C-F3C6-4535-91E1-C18BDBF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8-source-0">
            <a:extLst xmlns:a="http://schemas.openxmlformats.org/drawingml/2006/main">
              <a:ext uri="{FF2B5EF4-FFF2-40B4-BE49-F238E27FC236}">
                <a16:creationId xmlns:a16="http://schemas.microsoft.com/office/drawing/2014/main" id="{15B68CB0-2942-4C9D-B00C-E5EBB0E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MCP de DownloadAseinfo.net</a:t>
            </a:r>
          </a:p>
        </p:txBody>
      </p:sp>
      <p:sp>
        <p:nvSpPr>
          <p:cNvPr id="5" name="s8-block-0">
            <a:extLst xmlns:a="http://schemas.openxmlformats.org/drawingml/2006/main">
              <a:ext uri="{FF2B5EF4-FFF2-40B4-BE49-F238E27FC236}">
                <a16:creationId xmlns:a16="http://schemas.microsoft.com/office/drawing/2014/main" id="{6EB700E5-99DE-4D68-9A52-B50887C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5716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Acceso estable no confirmado</a:t>
            </a:r>
          </a:p>
        </p:txBody>
      </p:sp>
      <p:sp>
        <p:nvSpPr>
          <p:cNvPr id="6" name="s8-fallback-0">
            <a:extLst xmlns:a="http://schemas.openxmlformats.org/drawingml/2006/main">
              <a:ext uri="{FF2B5EF4-FFF2-40B4-BE49-F238E27FC236}">
                <a16:creationId xmlns:a16="http://schemas.microsoft.com/office/drawing/2014/main" id="{06514A2C-2207-4AA5-889E-C3F8ABE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Lote real preparado y trazable</a:t>
            </a:r>
          </a:p>
        </p:txBody>
      </p:sp>
      <p:cxnSp>
        <p:nvCxnSpPr>
          <p:cNvPr id="33" name="s8-line-0"/>
          <p:cNvCxnSpPr/>
          <p:nvPr/>
        </p:nvCxnSpPr>
        <p:spPr>
          <a:xfrm xmlns:a="http://schemas.openxmlformats.org/drawingml/2006/main">
            <a:off x="723900" y="2314575"/>
            <a:ext cx="1062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8-mark-1">
            <a:extLst xmlns:a="http://schemas.openxmlformats.org/drawingml/2006/main">
              <a:ext uri="{FF2B5EF4-FFF2-40B4-BE49-F238E27FC236}">
                <a16:creationId xmlns:a16="http://schemas.microsoft.com/office/drawing/2014/main" id="{66158244-F84E-41D7-B7B5-F8A6AD9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765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8-source-1">
            <a:extLst xmlns:a="http://schemas.openxmlformats.org/drawingml/2006/main">
              <a:ext uri="{FF2B5EF4-FFF2-40B4-BE49-F238E27FC236}">
                <a16:creationId xmlns:a16="http://schemas.microsoft.com/office/drawing/2014/main" id="{7A4BF2CE-ED6F-4B12-B2BC-EF1A700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ClickUp</a:t>
            </a:r>
          </a:p>
        </p:txBody>
      </p:sp>
      <p:sp>
        <p:nvSpPr>
          <p:cNvPr id="10" name="s8-block-1">
            <a:extLst xmlns:a="http://schemas.openxmlformats.org/drawingml/2006/main">
              <a:ext uri="{FF2B5EF4-FFF2-40B4-BE49-F238E27FC236}">
                <a16:creationId xmlns:a16="http://schemas.microsoft.com/office/drawing/2014/main" id="{724F36DB-395B-48DB-92C8-ACB996A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622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Lista piloto o permisos pendientes</a:t>
            </a:r>
          </a:p>
        </p:txBody>
      </p:sp>
      <p:sp>
        <p:nvSpPr>
          <p:cNvPr id="11" name="s8-fallback-1">
            <a:extLst xmlns:a="http://schemas.openxmlformats.org/drawingml/2006/main">
              <a:ext uri="{FF2B5EF4-FFF2-40B4-BE49-F238E27FC236}">
                <a16:creationId xmlns:a16="http://schemas.microsoft.com/office/drawing/2014/main" id="{F57831FF-A62D-4B54-B213-02131955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622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Excluir el caso de incidente de la demo</a:t>
            </a:r>
          </a:p>
        </p:txBody>
      </p:sp>
      <p:cxnSp>
        <p:nvCxnSpPr>
          <p:cNvPr id="38" name="s8-line-1"/>
          <p:cNvCxnSpPr/>
          <p:nvPr/>
        </p:nvCxnSpPr>
        <p:spPr>
          <a:xfrm xmlns:a="http://schemas.openxmlformats.org/drawingml/2006/main">
            <a:off x="723900" y="3305175"/>
            <a:ext cx="1062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8-mark-2">
            <a:extLst xmlns:a="http://schemas.openxmlformats.org/drawingml/2006/main">
              <a:ext uri="{FF2B5EF4-FFF2-40B4-BE49-F238E27FC236}">
                <a16:creationId xmlns:a16="http://schemas.microsoft.com/office/drawing/2014/main" id="{6236C202-F00B-4E3B-B6B8-3C6B406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8-source-2">
            <a:extLst xmlns:a="http://schemas.openxmlformats.org/drawingml/2006/main">
              <a:ext uri="{FF2B5EF4-FFF2-40B4-BE49-F238E27FC236}">
                <a16:creationId xmlns:a16="http://schemas.microsoft.com/office/drawing/2014/main" id="{7AAFB78B-65CD-40CA-8C52-0933B0D2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Azure AI Search</a:t>
            </a:r>
          </a:p>
        </p:txBody>
      </p:sp>
      <p:sp>
        <p:nvSpPr>
          <p:cNvPr id="15" name="s8-block-2">
            <a:extLst xmlns:a="http://schemas.openxmlformats.org/drawingml/2006/main">
              <a:ext uri="{FF2B5EF4-FFF2-40B4-BE49-F238E27FC236}">
                <a16:creationId xmlns:a16="http://schemas.microsoft.com/office/drawing/2014/main" id="{826F95BD-DB67-49BA-A042-6643383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528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Índice aún no provisionado</a:t>
            </a:r>
          </a:p>
        </p:txBody>
      </p:sp>
      <p:sp>
        <p:nvSpPr>
          <p:cNvPr id="16" name="s8-fallback-2">
            <a:extLst xmlns:a="http://schemas.openxmlformats.org/drawingml/2006/main">
              <a:ext uri="{FF2B5EF4-FFF2-40B4-BE49-F238E27FC236}">
                <a16:creationId xmlns:a16="http://schemas.microsoft.com/office/drawing/2014/main" id="{C63CF17E-A844-4C95-B0EE-8D8BA393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Índice local con el mismo contrato</a:t>
            </a:r>
          </a:p>
        </p:txBody>
      </p:sp>
      <p:cxnSp>
        <p:nvCxnSpPr>
          <p:cNvPr id="43" name="s8-line-2"/>
          <p:cNvCxnSpPr/>
          <p:nvPr/>
        </p:nvCxnSpPr>
        <p:spPr>
          <a:xfrm xmlns:a="http://schemas.openxmlformats.org/drawingml/2006/main">
            <a:off x="723900" y="4295775"/>
            <a:ext cx="1062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s8-mark-3">
            <a:extLst xmlns:a="http://schemas.openxmlformats.org/drawingml/2006/main">
              <a:ext uri="{FF2B5EF4-FFF2-40B4-BE49-F238E27FC236}">
                <a16:creationId xmlns:a16="http://schemas.microsoft.com/office/drawing/2014/main" id="{F6008B6B-C9C1-464F-80A5-74112B7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57725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8-source-3">
            <a:extLst xmlns:a="http://schemas.openxmlformats.org/drawingml/2006/main">
              <a:ext uri="{FF2B5EF4-FFF2-40B4-BE49-F238E27FC236}">
                <a16:creationId xmlns:a16="http://schemas.microsoft.com/office/drawing/2014/main" id="{0529D95E-B8D6-442B-AF25-47BB777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SharePoint</a:t>
            </a:r>
          </a:p>
        </p:txBody>
      </p:sp>
      <p:sp>
        <p:nvSpPr>
          <p:cNvPr id="20" name="s8-block-3">
            <a:extLst xmlns:a="http://schemas.openxmlformats.org/drawingml/2006/main">
              <a:ext uri="{FF2B5EF4-FFF2-40B4-BE49-F238E27FC236}">
                <a16:creationId xmlns:a16="http://schemas.microsoft.com/office/drawing/2014/main" id="{3A15FAF4-D902-42C8-B2B7-CB005EB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434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ACL por usuario/grupo sin validar</a:t>
            </a:r>
          </a:p>
        </p:txBody>
      </p:sp>
      <p:sp>
        <p:nvSpPr>
          <p:cNvPr id="21" name="s8-fallback-3">
            <a:extLst xmlns:a="http://schemas.openxmlformats.org/drawingml/2006/main">
              <a:ext uri="{FF2B5EF4-FFF2-40B4-BE49-F238E27FC236}">
                <a16:creationId xmlns:a16="http://schemas.microsoft.com/office/drawing/2014/main" id="{D3CCF711-4E86-4C9E-A1E3-C1BD6915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434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Fuera de la demo hasta confirmar permisos</a:t>
            </a:r>
          </a:p>
        </p:txBody>
      </p:sp>
      <p:cxnSp>
        <p:nvCxnSpPr>
          <p:cNvPr id="48" name="s8-line-3"/>
          <p:cNvCxnSpPr/>
          <p:nvPr/>
        </p:nvCxnSpPr>
        <p:spPr>
          <a:xfrm xmlns:a="http://schemas.openxmlformats.org/drawingml/2006/main">
            <a:off x="723900" y="5286375"/>
            <a:ext cx="1062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s8-note">
            <a:extLst xmlns:a="http://schemas.openxmlformats.org/drawingml/2006/main">
              <a:ext uri="{FF2B5EF4-FFF2-40B4-BE49-F238E27FC236}">
                <a16:creationId xmlns:a16="http://schemas.microsoft.com/office/drawing/2014/main" id="{AC855FB4-53BB-446C-A895-82980FDD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Una fuente no disponible no significa “no existen datos”: la respuesta debe explicar si falta acceso, configuración o evidencia.</a:t>
            </a:r>
          </a:p>
        </p:txBody>
      </p:sp>
      <p:cxnSp>
        <p:nvCxnSpPr>
          <p:cNvPr id="50" name="footer-rule-8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D1F8A75A-F129-4AB3-B970-6B23C6C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2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2ED9C615-B912-4B02-B054-0CF347CE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2308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9-kicker">
            <a:extLst xmlns:a="http://schemas.openxmlformats.org/drawingml/2006/main">
              <a:ext uri="{FF2B5EF4-FFF2-40B4-BE49-F238E27FC236}">
                <a16:creationId xmlns:a16="http://schemas.microsoft.com/office/drawing/2014/main" id="{B48546A6-F6B3-4D3A-8882-17DE981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CIERRE · DECISIÓN PROPUESTA</a:t>
            </a:r>
          </a:p>
        </p:txBody>
      </p:sp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E44443EC-8F2A-4C6E-931C-7A3BAAB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858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Aprobar un MVP que priorice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confianza antes que cobertura</a:t>
            </a:r>
          </a:p>
        </p:txBody>
      </p:sp>
      <p:cxnSp>
        <p:nvCxnSpPr>
          <p:cNvPr id="19" name="s9-rule"/>
          <p:cNvCxnSpPr/>
          <p:nvPr/>
        </p:nvCxnSpPr>
        <p:spPr>
          <a:xfrm xmlns:a="http://schemas.openxmlformats.org/drawingml/2006/main">
            <a:off x="390525" y="32385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4" name="s9-n-0">
            <a:extLst xmlns:a="http://schemas.openxmlformats.org/drawingml/2006/main">
              <a:ext uri="{FF2B5EF4-FFF2-40B4-BE49-F238E27FC236}">
                <a16:creationId xmlns:a16="http://schemas.microsoft.com/office/drawing/2014/main" id="{7C311755-7917-4DA1-B638-3EEDB3E2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s9-a-0">
            <a:extLst xmlns:a="http://schemas.openxmlformats.org/drawingml/2006/main">
              <a:ext uri="{FF2B5EF4-FFF2-40B4-BE49-F238E27FC236}">
                <a16:creationId xmlns:a16="http://schemas.microsoft.com/office/drawing/2014/main" id="{86F87E60-4FE5-441F-8878-268ECBA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Confirmar lote documental y 8+ preguntas reales</a:t>
            </a:r>
          </a:p>
        </p:txBody>
      </p:sp>
      <p:sp>
        <p:nvSpPr>
          <p:cNvPr id="6" name="s9-detail-0">
            <a:extLst xmlns:a="http://schemas.openxmlformats.org/drawingml/2006/main">
              <a:ext uri="{FF2B5EF4-FFF2-40B4-BE49-F238E27FC236}">
                <a16:creationId xmlns:a16="http://schemas.microsoft.com/office/drawing/2014/main" id="{36B0A28D-C69B-4E99-8A5D-7CB93983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Base para evaluar valor con evidencia verificable.</a:t>
            </a:r>
          </a:p>
        </p:txBody>
      </p:sp>
      <p:sp>
        <p:nvSpPr>
          <p:cNvPr id="7" name="s9-n-1">
            <a:extLst xmlns:a="http://schemas.openxmlformats.org/drawingml/2006/main">
              <a:ext uri="{FF2B5EF4-FFF2-40B4-BE49-F238E27FC236}">
                <a16:creationId xmlns:a16="http://schemas.microsoft.com/office/drawing/2014/main" id="{30792A46-24EE-490A-BA30-84CF554B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00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s9-a-1">
            <a:extLst xmlns:a="http://schemas.openxmlformats.org/drawingml/2006/main">
              <a:ext uri="{FF2B5EF4-FFF2-40B4-BE49-F238E27FC236}">
                <a16:creationId xmlns:a16="http://schemas.microsoft.com/office/drawing/2014/main" id="{9DA8C9D9-5230-4A88-906E-34D5774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Asignar responsables para ClickUp, Azure y validación funcional</a:t>
            </a:r>
          </a:p>
        </p:txBody>
      </p:sp>
      <p:sp>
        <p:nvSpPr>
          <p:cNvPr id="9" name="s9-detail-1">
            <a:extLst xmlns:a="http://schemas.openxmlformats.org/drawingml/2006/main">
              <a:ext uri="{FF2B5EF4-FFF2-40B4-BE49-F238E27FC236}">
                <a16:creationId xmlns:a16="http://schemas.microsoft.com/office/drawing/2014/main" id="{29713E45-8A62-4E75-A4E6-84AD9020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Los accesos y la revisión no deben quedar implícitos.</a:t>
            </a:r>
          </a:p>
        </p:txBody>
      </p:sp>
      <p:sp>
        <p:nvSpPr>
          <p:cNvPr id="10" name="s9-n-2">
            <a:extLst xmlns:a="http://schemas.openxmlformats.org/drawingml/2006/main">
              <a:ext uri="{FF2B5EF4-FFF2-40B4-BE49-F238E27FC236}">
                <a16:creationId xmlns:a16="http://schemas.microsoft.com/office/drawing/2014/main" id="{5A46215B-2394-45C4-916D-76B67773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577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s9-a-2">
            <a:extLst xmlns:a="http://schemas.openxmlformats.org/drawingml/2006/main">
              <a:ext uri="{FF2B5EF4-FFF2-40B4-BE49-F238E27FC236}">
                <a16:creationId xmlns:a16="http://schemas.microsoft.com/office/drawing/2014/main" id="{48EA0433-8EDE-4F61-AA74-9FECFD08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Ejecutar piloto controlado antes de ampliar fuentes</a:t>
            </a:r>
          </a:p>
        </p:txBody>
      </p:sp>
      <p:sp>
        <p:nvSpPr>
          <p:cNvPr id="12" name="s9-detail-2">
            <a:extLst xmlns:a="http://schemas.openxmlformats.org/drawingml/2006/main">
              <a:ext uri="{FF2B5EF4-FFF2-40B4-BE49-F238E27FC236}">
                <a16:creationId xmlns:a16="http://schemas.microsoft.com/office/drawing/2014/main" id="{11037635-60FE-4982-9096-90F7431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Medir utilidad, calidad, latencia y vacíos documentales.</a:t>
            </a:r>
          </a:p>
        </p:txBody>
      </p:sp>
      <p:sp>
        <p:nvSpPr>
          <p:cNvPr id="13" name="s9-close">
            <a:extLst xmlns:a="http://schemas.openxmlformats.org/drawingml/2006/main">
              <a:ext uri="{FF2B5EF4-FFF2-40B4-BE49-F238E27FC236}">
                <a16:creationId xmlns:a16="http://schemas.microsoft.com/office/drawing/2014/main" id="{E6145450-40D2-4453-8563-D881BBD8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57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Resultado buscado: soporte y operaciones podrán consultar, verificar y escalar con mejor contexto; desarrollo interviene donde realmente aporta valor.</a:t>
            </a:r>
          </a:p>
        </p:txBody>
      </p:sp>
      <p:cxnSp>
        <p:nvCxnSpPr>
          <p:cNvPr id="30" name="footer-rule-9"/>
          <p:cNvCxnSpPr/>
          <p:nvPr/>
        </p:nvCxnSpPr>
        <p:spPr>
          <a:xfrm xmlns:a="http://schemas.openxmlformats.org/drawingml/2006/main">
            <a:off x="390525" y="62484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15CEAA07-27EB-4620-9060-0C94CF9A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Chat-Salvador · planificación MVP</a:t>
            </a:r>
          </a:p>
        </p:txBody>
      </p:sp>
      <p:sp>
        <p:nvSpPr>
          <p:cNvPr id="16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B0FFA608-11DC-43C9-B4C4-70D0CA4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5938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2026-07-17T15:19:21.2630000Z</dcterms:created>
  <dcterms:modified xsi:type="dcterms:W3CDTF">2026-07-17T15:19:21.2640000Z</dcterms:modified>
</coreProperties>
</file>